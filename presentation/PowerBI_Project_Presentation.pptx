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University Academic Analytics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Power BI assignment package using synthetic academic data.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Assignment Requirements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Import data, relationships, transformations, DAX measures, and meaningful visuals.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Problem and Objectives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Help management monitor enrollment, performance, attendance, payments, faculty workload, and budgets.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Dataset Overview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2023-2026 synthetic relational data with raw and cleaned versions.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Data Tables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Students, StudentProfile, Departments, Courses, Faculty, Semesters, Enrollment, Attendance, Payments, DepartmentBudget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Data Model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Students -&gt; Enrollment &lt;- Courses resolves many-to-many; StudentProfile is one-to-one.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Data Transformation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Trim, clean, deduplicate, type-correct, validate marks, derive risk categories.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DAX Measures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40 documented measures including KPIs, rates, growth, ranking, and dynamic titles.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Dashboard Pages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Executive, Student, Academic, Attendance, Financial, Department/Faculty, Drill-through.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Main Findings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English has the largest student count.; C018 has the highest failure rate.; Lower attendance bands show lower average final marks.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Recommendations and Limitations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Use advising triggers, payment-risk segmentation, and staffing review. PBIX build requires Power BI Desktop.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400000"/>
            <a:ext cx="8200000" cy="800000"/>
          </a:xfrm>
        </p:spPr>
        <p:txBody>
          <a:bodyPr/>
          <a:lstStyle/>
          <a:p>
            <a:r>
              <a:rPr sz="3600" b="1"/>
              <a:t>Conclusion</a:t>
            </a:r>
          </a:p>
        </p:txBody>
      </p:sp>
      <p:sp>
        <p:nvSpPr>
          <p:cNvPr id="3" name="Body"/>
          <p:cNvSpPr/>
          <p:nvPr/>
        </p:nvSpPr>
        <p:spPr>
          <a:xfrm>
            <a:off x="700000" y="1500000"/>
            <a:ext cx="7800000" cy="2600000"/>
          </a:xfrm>
        </p:spPr>
        <p:txBody>
          <a:bodyPr/>
          <a:lstStyle/>
          <a:p>
            <a:r>
              <a:rPr sz="2200"/>
              <a:t>The repository assets are ready for final Desktop authoring and publication.</a:t>
            </a:r>
          </a:p>
        </p:txBody>
      </p:sp>
    </p:spTree>
  </p:cSld>
</p:sld>
</file>